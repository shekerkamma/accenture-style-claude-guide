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73152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7315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242048"/>
            <a:ext cx="7315200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ACCENTURE  ·  STRATEGY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14400"/>
            <a:ext cx="649224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We ran 21 consulting frameworks on Accenture itself.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649224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B800"/>
                </a:solidFill>
                <a:latin typeface="Calibri"/>
              </a:rPr>
              <a:t>Here's what we found.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743200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926080"/>
            <a:ext cx="64008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360 AI strategy prompts · Applied to $69.7B FY2025 data
+ 223 GitHub repos · June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3931920"/>
            <a:ext cx="1554480" cy="77724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4005072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B800"/>
                </a:solidFill>
                <a:latin typeface="Calibri"/>
              </a:rPr>
              <a:t>$69.7B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389120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Revenue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3931920"/>
            <a:ext cx="1554480" cy="77724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4005072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B800"/>
                </a:solidFill>
                <a:latin typeface="Calibri"/>
              </a:rPr>
              <a:t>$2.7B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389120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GenAI Rev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3931920"/>
            <a:ext cx="1554480" cy="77724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4005072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B800"/>
                </a:solidFill>
                <a:latin typeface="Calibri"/>
              </a:rPr>
              <a:t>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4389120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Growth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94960" y="3931920"/>
            <a:ext cx="1554480" cy="77724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4005072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B800"/>
                </a:solidFill>
                <a:latin typeface="Calibri"/>
              </a:rPr>
              <a:t>$5.9B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389120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Bookings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983480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Swipe to see the full analysis 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7040880"/>
            <a:ext cx="7315200" cy="27432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" y="7077456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Sources: Accenture FY2025 10-K · github.com/Accenture · VMR 2026 · Avasant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0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7315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01168"/>
            <a:ext cx="3840480" cy="237744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DOMAIN: DIAGNOSIS &amp; 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7744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5B6B7C"/>
                </a:solidFill>
                <a:latin typeface="Calibri"/>
              </a:rPr>
              <a:t>2/22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864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Accenture enters FY2026 from strength — but a structural transition is underway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84831"/>
            <a:ext cx="137160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2212848"/>
            <a:ext cx="6583680" cy="80467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$2.7B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59152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GenAI revenue tripled year-over-year in FY2025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5526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18211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The $3B AI bet is paying off — GenAI revenue tripled and bookings hit $5.9B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3525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27939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FY2026 guidance decelerates to 2–5%: US federal freeze + T&amp;M pricing pressure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44982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537667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129 deals &gt;$100M per quarter sets a record — enterprise trust is holding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7040880"/>
            <a:ext cx="7315200" cy="27432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7077456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Accenture Strategy Analysis 2026  ·  Applied via Accenture-Style Claude Skills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0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7315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01168"/>
            <a:ext cx="3840480" cy="237744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DOMAIN: DIAGNOSIS &amp; 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7744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0F7F1"/>
                </a:solidFill>
                <a:latin typeface="Calibri"/>
              </a:rPr>
              <a:t>3/22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864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Growth is decelerating to 2–5% — three binding constraints identified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84831"/>
            <a:ext cx="137160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2212848"/>
            <a:ext cx="6583680" cy="804672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1–1.5%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59152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FY2026 revenue drag from US federal budget freeze alone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5526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18211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US federal freeze ($3–5B exposure) is the most immediate and quantifiable drag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3525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27939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Boutique AI firms undercutting Accenture at 40–60% of T&amp;M day rates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44982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537667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$5.9B GenAI bookings signal demand — but 12–18 month lag suppresses near-term rev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7040880"/>
            <a:ext cx="7315200" cy="2743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7077456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Accenture Strategy Analysis 2026  ·  Applied via Accenture-Style Claude Skills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0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7315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01168"/>
            <a:ext cx="3840480" cy="237744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DOMAIN: DIAGNOSIS &amp; 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7744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5B6B7C"/>
                </a:solidFill>
                <a:latin typeface="Calibri"/>
              </a:rPr>
              <a:t>4/22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864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Three assumptions underpin 'Reinvention' — one is proven, two are at risk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84831"/>
            <a:ext cx="137160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2212848"/>
            <a:ext cx="6583680" cy="80467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&lt;10%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59152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Of Accenture contracts are outcome-based — critical assumption UNPROVEN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5526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18211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PROVEN: GenAI demand is real — $5.9B in bookings validates the market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3525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27939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AT RISK: OpenAI Frontier Alliance (Feb 2026) embeds AI vendors inside client teams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44982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537667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UNPROVEN: Outcome-based pricing at scale — still &lt;10% of deals today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7040880"/>
            <a:ext cx="7315200" cy="27432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7077456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Accenture Strategy Analysis 2026  ·  Applied via Accenture-Style Claude Skills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0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7315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01168"/>
            <a:ext cx="3840480" cy="237744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DOMAIN: MARKET &amp; COMPETITIVE INTEL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7744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0F7F1"/>
                </a:solidFill>
                <a:latin typeface="Calibri"/>
              </a:rPr>
              <a:t>5/22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864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The $350B consulting market is bifurcating — GenAI advisory is the only high-growth segment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84831"/>
            <a:ext cx="137160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2212848"/>
            <a:ext cx="6583680" cy="804672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$150B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59152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GenAI advisory market projected by 2030 — from $15B today (60%+ CAGR)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5526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18211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Accenture is #1 by revenue in tech transformation, the $120B core segment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3525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27939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Strategy advisory ($40B) still dominated by MBB — Accenture is under-indexed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44982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537667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White space: mid-market AI transformation — MBB too costly, boutiques too narrow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7040880"/>
            <a:ext cx="7315200" cy="2743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7077456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Accenture Strategy Analysis 2026  ·  Applied via Accenture-Style Claude Skills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0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7315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01168"/>
            <a:ext cx="3840480" cy="237744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DOMAIN: MARKET &amp; COMPETITIVE INTEL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7744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5B6B7C"/>
                </a:solidFill>
                <a:latin typeface="Calibri"/>
              </a:rPr>
              <a:t>6/22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864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Accenture Labs published the benchmark their competitors will be judged by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84831"/>
            <a:ext cx="137160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2212848"/>
            <a:ext cx="6583680" cy="80467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486⭐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59152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mcp-bench on GitHub — NeurIPS 2025, live HuggingFace leaderboard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5526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18211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MBB (BCG X, McKinsey QuantumBlack) are closing the strategy-to-delivery gap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3525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27939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OpenAI Frontier Alliance: AI vendors embedded inside Fortune 100 client teams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44982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537667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Accenture counter: mcp-bench owns the evaluation standard for agentic 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7040880"/>
            <a:ext cx="7315200" cy="27432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7077456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Accenture Strategy Analysis 2026  ·  Applied via Accenture-Style Claude Skills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0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7315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01168"/>
            <a:ext cx="3840480" cy="237744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DOMAIN: MARKET &amp; COMPETITIVE INTEL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7744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0F7F1"/>
                </a:solidFill>
                <a:latin typeface="Calibri"/>
              </a:rPr>
              <a:t>7/22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864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91 of the Fortune 100 are clients — the growth upside is in the Fortune 500 mid-tier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84831"/>
            <a:ext cx="137160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2212848"/>
            <a:ext cx="6583680" cy="804672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91/100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59152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Fortune 100 companies are current Accenture clients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5526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18211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Fortune 100: defend and deepen — expand GenAI scope, 129 deals &gt;$100M per quarter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3525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27939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Fortune 500 mid-tier: highest GenAI curiosity, lowest AI deployment — biggest runway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44982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537667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APAC/LatAm at 17% of revenue: fastest-growing, underweight vs market potential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7040880"/>
            <a:ext cx="7315200" cy="2743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7077456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Accenture Strategy Analysis 2026  ·  Applied via Accenture-Style Claude Skills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0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7315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01168"/>
            <a:ext cx="3840480" cy="237744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DOMAIN: MARKET &amp; COMPETITIVE INTEL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7744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5B6B7C"/>
                </a:solidFill>
                <a:latin typeface="Calibri"/>
              </a:rPr>
              <a:t>8/22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864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GenAI advisory captures 2× the margin of traditional implementation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84831"/>
            <a:ext cx="137160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2212848"/>
            <a:ext cx="6583680" cy="80467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22–25%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59152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Estimated margin on GenAI advisory vs. 13–16% for traditional implementation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5526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18211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GenAI advisory ($2.7B): the most attractive profit pool in the Accenture portfolio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3525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27939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Operations/managed services (~$15B): margin compression risk as AI automates routine work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44982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537667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Platform IP (AI Refinery SDK): potential 60%+ margins at licensing scale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7040880"/>
            <a:ext cx="7315200" cy="27432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7077456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Accenture Strategy Analysis 2026  ·  Applied via Accenture-Style Claude Skills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0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7315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01168"/>
            <a:ext cx="3840480" cy="237744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DOMAIN: STRATEGIC CHOICE &amp; ECONOMICS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7744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0F7F1"/>
                </a:solidFill>
                <a:latin typeface="Calibri"/>
              </a:rPr>
              <a:t>9/22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864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AI Refinery SDK is the moat — GitHub proves it's real, not a slide-deck promise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84831"/>
            <a:ext cx="137160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2212848"/>
            <a:ext cx="6583680" cy="804672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v1.31.3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59152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AI Refinery SDK — last pushed June 9, 2026. 29 releases in 14 months.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5526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18211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github.com/Accenture/airefinery-sdk: production multi-agent platform, Apache 2.0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3525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27939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Distiller Framework orchestrates specialist AI agents — competes with BCG 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44982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537667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This is Option B (platform + delivery scale) confirmed as live, not aspirational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7040880"/>
            <a:ext cx="7315200" cy="2743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7077456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Accenture Strategy Analysis 2026  ·  Applied via Accenture-Style Claude Skills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0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7315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01168"/>
            <a:ext cx="3840480" cy="237744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DOMAIN: STRATEGIC CHOICE &amp; ECONOMICS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7744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5B6B7C"/>
                </a:solidFill>
                <a:latin typeface="Calibri"/>
              </a:rPr>
              <a:t>10/22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864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The $3B AI bet has a sub-18-month payback — and the GitHub IP adds uncounted value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84831"/>
            <a:ext cx="137160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2212848"/>
            <a:ext cx="6583680" cy="80467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5 streams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59152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Of IP value: AI Refinery, mcp-bench, AmpliGraph, Federated Learning, ADM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5526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18211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Financial ROI: $2.7B GenAI revenue in FY2025 against $3B 3-year investment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3525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27939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Research: mcp-bench (NeurIPS 2025) + AmpliGraph (2,237 stars) = citation leverage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44982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537667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Platform licensing (AI Refinery): potential 60%+ margins, zero marginal cost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7040880"/>
            <a:ext cx="7315200" cy="27432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7077456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Accenture Strategy Analysis 2026  ·  Applied via Accenture-Style Claude Skills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0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7315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01168"/>
            <a:ext cx="3840480" cy="237744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DOMAIN: STRATEGIC CHOICE &amp; ECONOMICS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7744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0F7F1"/>
                </a:solidFill>
                <a:latin typeface="Calibri"/>
              </a:rPr>
              <a:t>11/22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864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Technology and GenAI advisory are INVEST — Operations needs AI automation to survive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84831"/>
            <a:ext cx="137160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2212848"/>
            <a:ext cx="6583680" cy="804672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59152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Operations growth rate — with only 10–14% margin. Most at-risk business unit.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5526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18211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Technology (~$30B): INVEST — AI delivery augmentation improves margin and speed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3525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27939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Song (~$4B): GROW — 12% growth, AI-creative convergence creates differentiation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44982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537667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Operations (~$15B): FIX — AI automation is the only path to margin defense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7040880"/>
            <a:ext cx="7315200" cy="2743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7077456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Accenture Strategy Analysis 2026  ·  Applied via Accenture-Style Claude Skills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0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7315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01168"/>
            <a:ext cx="3840480" cy="237744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DOMAIN: STRATEGIC CHOICE &amp; ECONOMICS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7744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5B6B7C"/>
                </a:solidFill>
                <a:latin typeface="Calibri"/>
              </a:rPr>
              <a:t>12/22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864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T&amp;M pricing is Accenture's biggest margin risk — outcome-based must scale to 20%+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84831"/>
            <a:ext cx="137160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2212848"/>
            <a:ext cx="6583680" cy="80467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&lt;10% → 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59152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Current vs. target outcome-based contract mix by FY2027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5526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18211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T&amp;M risk: GenAI doubles delivery speed → clients will renegotiate day rates downward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3525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27939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Opportunity: capture 15–25% of the 15–30% cost reduction AI creates for clients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44982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537667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Bridge: 'Reinvention packs' (fixed-scope, outcome-defined) as the pricing transition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7040880"/>
            <a:ext cx="7315200" cy="27432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7077456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Accenture Strategy Analysis 2026  ·  Applied via Accenture-Style Claude Skills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0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7315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01168"/>
            <a:ext cx="3840480" cy="237744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DOMAIN: OPERATING MODEL &amp;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7744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0F7F1"/>
                </a:solidFill>
                <a:latin typeface="Calibri"/>
              </a:rPr>
              <a:t>13/22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864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AI Refinery's Distiller Framework IS the target operating 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84831"/>
            <a:ext cx="137160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2212848"/>
            <a:ext cx="6583680" cy="804672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LLM-agnostic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59152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AI Refinery Inference API — connect GPT-5, Claude, Gemini — no vendor lock-in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5526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18211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Distiller Framework: multi-agent orchestrator — parallel execution with context passing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3525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27939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Responsible AI module: built-in policy/safety rules per query — Fortune 100 governance-ready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44982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537667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ADM (Application Delivery Method): 12-phase lifecycle, 11 specialist agent roles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7040880"/>
            <a:ext cx="7315200" cy="2743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7077456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Accenture Strategy Analysis 2026  ·  Applied via Accenture-Style Claude Skills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0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7315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01168"/>
            <a:ext cx="3840480" cy="237744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DOMAIN: OPERATING MODEL &amp;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7744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5B6B7C"/>
                </a:solidFill>
                <a:latin typeface="Calibri"/>
              </a:rPr>
              <a:t>14/22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864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GitHub commit history proves Phase 3 is LIVE — not just a strategy slide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84831"/>
            <a:ext cx="137160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2212848"/>
            <a:ext cx="6583680" cy="80467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June 9,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59152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Date of last AI Refinery SDK commit — 6 days before this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5526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18211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Phase 1 (FY2023–24): $3B committed, 47M training hours — COMPLETE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3525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27939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Phase 2 (FY2025): $2.7B GenAI revenue, 77K AI practitioners — DELIVERED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44982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537667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Phase 3 (FY2026): AI Refinery v1.31.3 pushed June 9 — LIVE and shipping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7040880"/>
            <a:ext cx="7315200" cy="27432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7077456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Accenture Strategy Analysis 2026  ·  Applied via Accenture-Style Claude Skills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0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7315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01168"/>
            <a:ext cx="3840480" cy="237744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DOMAIN: OPERATING MODEL &amp;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7744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0F7F1"/>
                </a:solidFill>
                <a:latin typeface="Calibri"/>
              </a:rPr>
              <a:t>15/22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864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Agentic AI and AI Refinery commercialization are the vital few — everything else waits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84831"/>
            <a:ext cx="137160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2212848"/>
            <a:ext cx="6583680" cy="804672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47,000+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59152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GenAI client projects identified — Accenture must now prioritize ruthlessly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5526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18211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P1: Agentic AI service line (High/High) — build on $5.9B bookings, launch Q1 FY2026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3525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27939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P2: AI Refinery platform commercialization — 29 releases, ready to ship externally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44982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537667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KILL: Traditional headcount-led outsourcing growth — commoditized, margin-dilutive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7040880"/>
            <a:ext cx="7315200" cy="2743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7077456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Accenture Strategy Analysis 2026  ·  Applied via Accenture-Style Claude Skills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0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7315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01168"/>
            <a:ext cx="3840480" cy="237744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DOMAIN: RISK, PERFORMANCE &amp;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7744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5B6B7C"/>
                </a:solidFill>
                <a:latin typeface="Calibri"/>
              </a:rPr>
              <a:t>16/22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864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Accenture needs a new KPI system built around AI outcomes — not headcount and billability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84831"/>
            <a:ext cx="137160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2212848"/>
            <a:ext cx="6583680" cy="80467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Target: $8B+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59152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GenAI bookings in FY2026 — the new #1 leading performance indicator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5526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18211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Replace: gross headcount growth — wrong proxy for value in the AI-augmented era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3525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27939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New leading KPI: GenAI booking velocity + outcome-based deal % (target 20%)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44982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537667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New driver KPI: AI-augmented revenue per consultant (not hours billed)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7040880"/>
            <a:ext cx="7315200" cy="27432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7077456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Accenture Strategy Analysis 2026  ·  Applied via Accenture-Style Claude Skills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0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7315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01168"/>
            <a:ext cx="3840480" cy="237744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DOMAIN: RISK, PERFORMANCE &amp;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7744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0F7F1"/>
                </a:solidFill>
                <a:latin typeface="Calibri"/>
              </a:rPr>
              <a:t>17/22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864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OpenAI disintermediation and GenAI commoditization are the two existential risks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84831"/>
            <a:ext cx="137160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2212848"/>
            <a:ext cx="6583680" cy="804672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Feb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59152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OpenAI Frontier Alliance launched — AI vendors now embedded in client teams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5526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18211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CRITICAL: OpenAI direct enterprise — advisory layer disintermediated at the model level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3525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27939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HIGH: GenAI commodity pricing — boutiques offering comparable work at 50% of day rates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44982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537667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Mitigation: own the integration layer + accelerate AI Refinery IP moat NOW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7040880"/>
            <a:ext cx="7315200" cy="2743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7077456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Accenture Strategy Analysis 2026  ·  Applied via Accenture-Style Claude Skills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0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7315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01168"/>
            <a:ext cx="3840480" cy="237744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DOMAIN: RISK, PERFORMANCE &amp;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7744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5B6B7C"/>
                </a:solidFill>
                <a:latin typeface="Calibri"/>
              </a:rPr>
              <a:t>18/22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864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The $3B AI investment generated $2.7B in year-2 revenue — ahead of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84831"/>
            <a:ext cx="137160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2212848"/>
            <a:ext cx="6583680" cy="80467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$0.9B → $2.7B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59152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GenAI revenue FY2024 to FY2025 — tripled in a single year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5526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18211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FY2026 target: $5B+ GenAI revenue based on $5.9B bookings forward 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3525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27939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Next value stream: AI Refinery platform licensing — recurring IP revenue at scale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44982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537667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Value at risk: ~$10B in future GenAI revenue if OpenAI disintermediation accelerates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7040880"/>
            <a:ext cx="7315200" cy="27432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7077456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Accenture Strategy Analysis 2026  ·  Applied via Accenture-Style Claude Skills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0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7315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01168"/>
            <a:ext cx="3840480" cy="237744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DOMAIN: RISK, PERFORMANCE &amp;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7744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0F7F1"/>
                </a:solidFill>
                <a:latin typeface="Calibri"/>
              </a:rPr>
              <a:t>19/22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864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Two scenarios could break Accenture's strategy — both need pre-committed responses 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84831"/>
            <a:ext cx="137160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2212848"/>
            <a:ext cx="6583680" cy="804672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18–24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59152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First-mover window before MBB tech arms and OpenAI commoditize advisory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5526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18211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Scenario 1 (CRITICAL): OpenAI direct enterprise — own the integration layer, ship IP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3525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27939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Scenario 2 (HIGH): GenAI ROI recession — pivot immediately to cost-reduction use cases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44982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537667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Early signal to watch: BCG X headcount growth rate + GenAI deal cancellation 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7040880"/>
            <a:ext cx="7315200" cy="2743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7077456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Accenture Strategy Analysis 2026  ·  Applied via Accenture-Style Claude Skills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0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7315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01168"/>
            <a:ext cx="3840480" cy="237744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DOMAIN: ALIGNMENT &amp; EXEC COMMS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7744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5B6B7C"/>
                </a:solidFill>
                <a:latin typeface="Calibri"/>
              </a:rPr>
              <a:t>20/22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864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200" b="1" i="0">
                <a:solidFill>
                  <a:srgbClr val="0A1628"/>
                </a:solidFill>
                <a:latin typeface="Calibri"/>
              </a:rPr>
              <a:t>Recommendation: commercialize AI Refinery before the first-mover window closes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84831"/>
            <a:ext cx="137160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2212848"/>
            <a:ext cx="6583680" cy="80467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Q1 FY2026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59152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Board decision deadline for AI Refinery licensing + agentic AI service 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5526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18211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Evidence: AI Refinery v1.31.3 is production-ready — 29 releases, Apache 2.0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3525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27939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Evidence: $5.9B GenAI bookings + $2.7B revenue confirm demand is real and growing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44982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537667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Risk of inaction: BCG X and OpenAI move faster; Accenture loses the IP premium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7040880"/>
            <a:ext cx="7315200" cy="27432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7077456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Accenture Strategy Analysis 2026  ·  Applied via Accenture-Style Claude Skills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0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7315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01168"/>
            <a:ext cx="3840480" cy="237744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DOMAIN: ALIGNMENT &amp; EXEC COMMS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7744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0F7F1"/>
                </a:solidFill>
                <a:latin typeface="Calibri"/>
              </a:rPr>
              <a:t>21/22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864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The investor narrative: 'We bet on AI first — now we're building the moat'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84831"/>
            <a:ext cx="137160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2212848"/>
            <a:ext cx="6583680" cy="804672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B800"/>
                </a:solidFill>
                <a:latin typeface="Calibri"/>
              </a:rPr>
              <a:t>SCQA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59152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Situation → Complication → Question → Answer — the full story arc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5526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18211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SITUATION: $69.7B, GenAI tripled — FY2025 was the proof year for the $3B bet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35254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27939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COMPLICATION: FY2026 decelerates — managed platform pivot, not a warning sign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449824"/>
            <a:ext cx="54864" cy="54864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5376672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ACTION: Platform commercialization + agentic AI approved Q1 = the moat-building phase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7040880"/>
            <a:ext cx="7315200" cy="2743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7077456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Accenture Strategy Analysis 2026  ·  Applied via Accenture-Style Claude Skills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7315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242048"/>
            <a:ext cx="7315200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2860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SIX MOVES THAT DEFINE FY2026–27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4360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Accenture
Strategy Playbook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691640"/>
            <a:ext cx="3200400" cy="1389888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" y="1691640"/>
            <a:ext cx="3200400" cy="6400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80136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05740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Commercialize AI Refinery™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587752"/>
            <a:ext cx="29260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Platform licensing by Q1 FY2026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40" y="1691640"/>
            <a:ext cx="3200400" cy="1389888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49040" y="1691640"/>
            <a:ext cx="3200400" cy="6400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180136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205740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Launch Agentic AI 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2587752"/>
            <a:ext cx="29260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Build on $5.9B bookings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3227832"/>
            <a:ext cx="3200400" cy="1389888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040" y="3227832"/>
            <a:ext cx="3200400" cy="6400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3337560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3593592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Scale outcome pricing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4123944"/>
            <a:ext cx="29260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Target 20% of deals by FY2027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49040" y="3227832"/>
            <a:ext cx="3200400" cy="1389888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749040" y="3227832"/>
            <a:ext cx="3200400" cy="6400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58768" y="3337560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8768" y="3593592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Automate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58768" y="4123944"/>
            <a:ext cx="29260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AI-augment to defend margin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4764024"/>
            <a:ext cx="3200400" cy="1389888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20040" y="4764024"/>
            <a:ext cx="3200400" cy="6400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4873752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" y="5129784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Pre-wire OpenAI alliance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" y="5660136"/>
            <a:ext cx="29260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Secure SI position before deepening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49040" y="4764024"/>
            <a:ext cx="3200400" cy="1389888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749040" y="4764024"/>
            <a:ext cx="3200400" cy="6400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58768" y="4873752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58768" y="5129784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Platform story to investors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58768" y="5660136"/>
            <a:ext cx="292608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Reframe FY2026 as managed pivot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0040" y="6446520"/>
            <a:ext cx="6675120" cy="475488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Save this · Follow for more AI strategy · Comment which framework you'd use first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7040880"/>
            <a:ext cx="7315200" cy="27432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" y="7077456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22/22  ·  Accenture Strategy Analysis 2026  ·  github.com/Accenture  ·  FY2025 10-K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